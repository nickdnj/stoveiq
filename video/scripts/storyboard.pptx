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 Built a $50 Thermal Cooking Coach</a:t>
            </a:r>
          </a:p>
          <a:p>
            <a:r>
              <a:t>(and it actually works)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Build/Demo Video Storyboard</a:t>
            </a:r>
          </a:p>
          <a:p>
            <a:r>
              <a:t>Vistter Channel | ~9 minutes | April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Chapter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400"/>
              </a:spcAft>
              <a:defRPr sz="1400"/>
            </a:pPr>
            <a:r>
              <a:t>Chapter 1: The Problem (0:00 - 1:00) -- 3 scenes</a:t>
            </a:r>
          </a:p>
          <a:p>
            <a:pPr>
              <a:spcAft>
                <a:spcPts val="400"/>
              </a:spcAft>
              <a:defRPr sz="1400"/>
            </a:pPr>
            <a:r>
              <a:t>Chapter 2: The Idea (1:00 - 2:00) -- 3 scenes</a:t>
            </a:r>
          </a:p>
          <a:p>
            <a:pPr>
              <a:spcAft>
                <a:spcPts val="400"/>
              </a:spcAft>
              <a:defRPr sz="1400"/>
            </a:pPr>
            <a:r>
              <a:t>Chapter 3: The Build (2:00 - 4:15) -- 6 scenes</a:t>
            </a:r>
          </a:p>
          <a:p>
            <a:pPr>
              <a:spcAft>
                <a:spcPts val="400"/>
              </a:spcAft>
              <a:defRPr sz="1400"/>
            </a:pPr>
            <a:r>
              <a:t>Chapter 4: The Cooking Coach (4:15 - 6:30) -- 5 scenes</a:t>
            </a:r>
          </a:p>
          <a:p>
            <a:pPr>
              <a:spcAft>
                <a:spcPts val="400"/>
              </a:spcAft>
              <a:defRPr sz="1400"/>
            </a:pPr>
            <a:r>
              <a:t>Chapter 5: The Recipe System (6:30 - 8:00) -- 4 scenes</a:t>
            </a:r>
          </a:p>
          <a:p>
            <a:pPr>
              <a:spcAft>
                <a:spcPts val="400"/>
              </a:spcAft>
              <a:defRPr sz="1400"/>
            </a:pPr>
            <a:r>
              <a:t>Chapter 6: What's Next + CTA (8:00 - 9:00) -- 3 scenes</a:t>
            </a:r>
          </a:p>
          <a:p>
            <a:pPr>
              <a:spcAft>
                <a:spcPts val="400"/>
              </a:spcAft>
              <a:defRPr sz="1400"/>
            </a:pPr>
          </a:p>
          <a:p>
            <a:pPr>
              <a:spcAft>
                <a:spcPts val="400"/>
              </a:spcAft>
              <a:defRPr sz="1400"/>
            </a:pPr>
            <a:r>
              <a:t>Total: 6 chapters, 24 scenes, ~9 minutes</a:t>
            </a:r>
          </a:p>
          <a:p>
            <a:pPr>
              <a:spcAft>
                <a:spcPts val="400"/>
              </a:spcAft>
              <a:defRPr sz="1400"/>
            </a:pPr>
            <a:r>
              <a:t>Narration: Mix of voiceover [VO] and live on-camera [LIVE]</a:t>
            </a:r>
          </a:p>
          <a:p>
            <a:pPr>
              <a:spcAft>
                <a:spcPts val="400"/>
              </a:spcAft>
              <a:defRPr sz="1400"/>
            </a:pPr>
            <a:r>
              <a:t>Audience: Makers, hobbyist cooks, Hackaday/DIY community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Chapter 1: The Problem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0:00 - 1:00 | 3 scenes</a:t>
            </a:r>
          </a:p>
          <a:p>
            <a:r>
              <a:t>Hook the viewer by exposing the gap between dumb timers and what should exist -- a stove that can see.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Scene 1: Cold Open / Hook (0:00 - 0:15)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400"/>
              </a:spcAft>
              <a:defRPr sz="1400"/>
            </a:pPr>
            <a:r>
              <a:t>NARRATION: "Every cooking app on the planet is just a dumb timer. You tap start, you wait, it beeps. That's it."</a:t>
            </a:r>
          </a:p>
          <a:p>
            <a:pPr>
              <a:spcAft>
                <a:spcPts val="400"/>
              </a:spcAft>
              <a:defRPr sz="1400"/>
            </a:pPr>
          </a:p>
          <a:p>
            <a:pPr>
              <a:spcAft>
                <a:spcPts val="400"/>
              </a:spcAft>
              <a:defRPr sz="1400"/>
            </a:pPr>
            <a:r>
              <a:t>VISUAL: Close-up of phone showing timer app counting down, camera pulls back to reveal pot on stove</a:t>
            </a:r>
          </a:p>
          <a:p>
            <a:pPr>
              <a:spcAft>
                <a:spcPts val="400"/>
              </a:spcAft>
              <a:defRPr sz="1400"/>
            </a:pPr>
            <a:r>
              <a:t>IMAGE: Live footage + screen capture</a:t>
            </a:r>
          </a:p>
          <a:p>
            <a:pPr>
              <a:spcAft>
                <a:spcPts val="400"/>
              </a:spcAft>
              <a:defRPr sz="1400"/>
            </a:pPr>
            <a:r>
              <a:t>MOTION: static (phone), gentle pull-back (stove)</a:t>
            </a:r>
          </a:p>
          <a:p>
            <a:pPr>
              <a:spcAft>
                <a:spcPts val="400"/>
              </a:spcAft>
              <a:defRPr sz="1400"/>
            </a:pPr>
            <a:r>
              <a:t>TRANSITION: Hard cut</a:t>
            </a:r>
          </a:p>
          <a:p>
            <a:pPr>
              <a:spcAft>
                <a:spcPts val="400"/>
              </a:spcAft>
              <a:defRPr sz="1400"/>
            </a:pPr>
            <a:r>
              <a:t>TYPE: [VO]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Scene 2: The Frustration (0:15 - 0:35)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400"/>
              </a:spcAft>
              <a:defRPr sz="1400"/>
            </a:pPr>
            <a:r>
              <a:t>NARRATION: "Probe thermometers? Great -- you get one temperature, in one dish, at one point. Meanwhile your other burner is about to smoke..."</a:t>
            </a:r>
          </a:p>
          <a:p>
            <a:pPr>
              <a:spcAft>
                <a:spcPts val="400"/>
              </a:spcAft>
              <a:defRPr sz="1400"/>
            </a:pPr>
          </a:p>
          <a:p>
            <a:pPr>
              <a:spcAft>
                <a:spcPts val="400"/>
              </a:spcAft>
              <a:defRPr sz="1400"/>
            </a:pPr>
            <a:r>
              <a:t>VISUAL: Montage -- probe in steak, boilover while checking phone, juggling probe wire</a:t>
            </a:r>
          </a:p>
          <a:p>
            <a:pPr>
              <a:spcAft>
                <a:spcPts val="400"/>
              </a:spcAft>
              <a:defRPr sz="1400"/>
            </a:pPr>
            <a:r>
              <a:t>IMAGE: Live footage or stock</a:t>
            </a:r>
          </a:p>
          <a:p>
            <a:pPr>
              <a:spcAft>
                <a:spcPts val="400"/>
              </a:spcAft>
              <a:defRPr sz="1400"/>
            </a:pPr>
            <a:r>
              <a:t>MOTION: Quick cuts, handheld feel</a:t>
            </a:r>
          </a:p>
          <a:p>
            <a:pPr>
              <a:spcAft>
                <a:spcPts val="400"/>
              </a:spcAft>
              <a:defRPr sz="1400"/>
            </a:pPr>
            <a:r>
              <a:t>TRANSITION: Smash cut to heatmap</a:t>
            </a:r>
          </a:p>
          <a:p>
            <a:pPr>
              <a:spcAft>
                <a:spcPts val="400"/>
              </a:spcAft>
              <a:defRPr sz="1400"/>
            </a:pPr>
            <a:r>
              <a:t>TYPE: [VO]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Scene 3: The Reveal (0:35 - 1:00)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400"/>
              </a:spcAft>
              <a:defRPr sz="1400"/>
            </a:pPr>
            <a:r>
              <a:t>NARRATION: "What if your stove could actually see what you're cooking? I built one. It cost me fifty bucks. And it actually works."</a:t>
            </a:r>
          </a:p>
          <a:p>
            <a:pPr>
              <a:spcAft>
                <a:spcPts val="400"/>
              </a:spcAft>
              <a:defRPr sz="1400"/>
            </a:pPr>
          </a:p>
          <a:p>
            <a:pPr>
              <a:spcAft>
                <a:spcPts val="400"/>
              </a:spcAft>
              <a:defRPr sz="1400"/>
            </a:pPr>
            <a:r>
              <a:t>VISUAL: Full-screen thermal heatmap (2 burners lit), dashboard UI fades in, then title card</a:t>
            </a:r>
          </a:p>
          <a:p>
            <a:pPr>
              <a:spcAft>
                <a:spcPts val="400"/>
              </a:spcAft>
              <a:defRPr sz="1400"/>
            </a:pPr>
            <a:r>
              <a:t>TEXT: "What if your stove could actually SEE what you're cooking?"</a:t>
            </a:r>
          </a:p>
          <a:p>
            <a:pPr>
              <a:spcAft>
                <a:spcPts val="400"/>
              </a:spcAft>
              <a:defRPr sz="1400"/>
            </a:pPr>
            <a:r>
              <a:t>IMAGE: Screen capture (dashboard) + AI-generated title card</a:t>
            </a:r>
          </a:p>
          <a:p>
            <a:pPr>
              <a:spcAft>
                <a:spcPts val="400"/>
              </a:spcAft>
              <a:defRPr sz="1400"/>
            </a:pPr>
            <a:r>
              <a:t>MOTION: static heatmap hold, gentle-zoom on dashboard</a:t>
            </a:r>
          </a:p>
          <a:p>
            <a:pPr>
              <a:spcAft>
                <a:spcPts val="400"/>
              </a:spcAft>
              <a:defRPr sz="1400"/>
            </a:pPr>
            <a:r>
              <a:t>TRANSITION: Crossfade 1s</a:t>
            </a:r>
          </a:p>
          <a:p>
            <a:pPr>
              <a:spcAft>
                <a:spcPts val="400"/>
              </a:spcAft>
              <a:defRPr sz="1400"/>
            </a:pPr>
            <a:r>
              <a:t>TYPE: [VO] | MUSIC fades in here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Chapter 2: The Idea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1:00 - 2:00 | 3 scenes</a:t>
            </a:r>
          </a:p>
          <a:p>
            <a:r>
              <a:t>Introduce the two core components and land the "$50, open source, no cloud" value proposition.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Scene 4: The Sensor (1:00 - 1:20)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400"/>
              </a:spcAft>
              <a:defRPr sz="1400"/>
            </a:pPr>
            <a:r>
              <a:t>NARRATION: "This is the MLX90640. 24 by 32 pixels of infrared thermal data, 110-degree field of view, 4Hz. It sees temperature, not light."</a:t>
            </a:r>
          </a:p>
          <a:p>
            <a:pPr>
              <a:spcAft>
                <a:spcPts val="400"/>
              </a:spcAft>
              <a:defRPr sz="1400"/>
            </a:pPr>
          </a:p>
          <a:p>
            <a:pPr>
              <a:spcAft>
                <a:spcPts val="400"/>
              </a:spcAft>
              <a:defRPr sz="1400"/>
            </a:pPr>
            <a:r>
              <a:t>VISUAL: Close-up of MLX90640 breakout, slow zoom into sensor window, specs overlay</a:t>
            </a:r>
          </a:p>
          <a:p>
            <a:pPr>
              <a:spcAft>
                <a:spcPts val="400"/>
              </a:spcAft>
              <a:defRPr sz="1400"/>
            </a:pPr>
            <a:r>
              <a:t>IMAGE: Live footage (product shot)</a:t>
            </a:r>
          </a:p>
          <a:p>
            <a:pPr>
              <a:spcAft>
                <a:spcPts val="400"/>
              </a:spcAft>
              <a:defRPr sz="1400"/>
            </a:pPr>
            <a:r>
              <a:t>MOTION: slow zoom + animated overlay</a:t>
            </a:r>
          </a:p>
          <a:p>
            <a:pPr>
              <a:spcAft>
                <a:spcPts val="400"/>
              </a:spcAft>
              <a:defRPr sz="1400"/>
            </a:pPr>
            <a:r>
              <a:t>TRANSITION: Cut</a:t>
            </a:r>
          </a:p>
          <a:p>
            <a:pPr>
              <a:spcAft>
                <a:spcPts val="400"/>
              </a:spcAft>
              <a:defRPr sz="1400"/>
            </a:pPr>
            <a:r>
              <a:t>TYPE: [VO]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Scene 5: The Brain (1:20 - 1:40)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400"/>
              </a:spcAft>
              <a:defRPr sz="1400"/>
            </a:pPr>
            <a:r>
              <a:t>NARRATION: "The brain -- an ESP32-S3. WiFi, Bluetooth, dual-core processor. It reads the sensor, runs the cooking engine, and serves a full web dashboard."</a:t>
            </a:r>
          </a:p>
          <a:p>
            <a:pPr>
              <a:spcAft>
                <a:spcPts val="400"/>
              </a:spcAft>
              <a:defRPr sz="1400"/>
            </a:pPr>
          </a:p>
          <a:p>
            <a:pPr>
              <a:spcAft>
                <a:spcPts val="400"/>
              </a:spcAft>
              <a:defRPr sz="1400"/>
            </a:pPr>
            <a:r>
              <a:t>VISUAL: Close-up of ESP32-S3 DevKit with animated feature callout arrows</a:t>
            </a:r>
          </a:p>
          <a:p>
            <a:pPr>
              <a:spcAft>
                <a:spcPts val="400"/>
              </a:spcAft>
              <a:defRPr sz="1400"/>
            </a:pPr>
            <a:r>
              <a:t>IMAGE: Live footage (product shot)</a:t>
            </a:r>
          </a:p>
          <a:p>
            <a:pPr>
              <a:spcAft>
                <a:spcPts val="400"/>
              </a:spcAft>
              <a:defRPr sz="1400"/>
            </a:pPr>
            <a:r>
              <a:t>TEXT: "Sensor + Cooking Engine + Web Server = One Chip"</a:t>
            </a:r>
          </a:p>
          <a:p>
            <a:pPr>
              <a:spcAft>
                <a:spcPts val="400"/>
              </a:spcAft>
              <a:defRPr sz="1400"/>
            </a:pPr>
            <a:r>
              <a:t>MOTION: gentle-zoom with animated overlays</a:t>
            </a:r>
          </a:p>
          <a:p>
            <a:pPr>
              <a:spcAft>
                <a:spcPts val="400"/>
              </a:spcAft>
              <a:defRPr sz="1400"/>
            </a:pPr>
            <a:r>
              <a:t>TRANSITION: Cut</a:t>
            </a:r>
          </a:p>
          <a:p>
            <a:pPr>
              <a:spcAft>
                <a:spcPts val="400"/>
              </a:spcAft>
              <a:defRPr sz="1400"/>
            </a:pPr>
            <a:r>
              <a:t>TYPE: [VO]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Scene 6: The Pitch (1:40 - 2:00)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400"/>
              </a:spcAft>
              <a:defRPr sz="1400"/>
            </a:pPr>
            <a:r>
              <a:t>NARRATION: "Two boards. Four wires. $95 from Adafruit, or $50 with Chinese-source modules. Open source. No cloud, no subscription. Forever."</a:t>
            </a:r>
          </a:p>
          <a:p>
            <a:pPr>
              <a:spcAft>
                <a:spcPts val="400"/>
              </a:spcAft>
              <a:defRPr sz="1400"/>
            </a:pPr>
          </a:p>
          <a:p>
            <a:pPr>
              <a:spcAft>
                <a:spcPts val="400"/>
              </a:spcAft>
              <a:defRPr sz="1400"/>
            </a:pPr>
            <a:r>
              <a:t>VISUAL: Both boards side by side, animated price breakdown, license badges</a:t>
            </a:r>
          </a:p>
          <a:p>
            <a:pPr>
              <a:spcAft>
                <a:spcPts val="400"/>
              </a:spcAft>
              <a:defRPr sz="1400"/>
            </a:pPr>
            <a:r>
              <a:t>IMAGE: Live footage + graphic overlay</a:t>
            </a:r>
          </a:p>
          <a:p>
            <a:pPr>
              <a:spcAft>
                <a:spcPts val="400"/>
              </a:spcAft>
              <a:defRPr sz="1400"/>
            </a:pPr>
            <a:r>
              <a:t>TEXT: "MIT Software | CERN-OHL-S Hardware | Zero Cloud"</a:t>
            </a:r>
          </a:p>
          <a:p>
            <a:pPr>
              <a:spcAft>
                <a:spcPts val="400"/>
              </a:spcAft>
              <a:defRPr sz="1400"/>
            </a:pPr>
            <a:r>
              <a:t>MOTION: static with animated overlays</a:t>
            </a:r>
          </a:p>
          <a:p>
            <a:pPr>
              <a:spcAft>
                <a:spcPts val="400"/>
              </a:spcAft>
              <a:defRPr sz="1400"/>
            </a:pPr>
            <a:r>
              <a:t>TRANSITION: Crossfade 1s</a:t>
            </a:r>
          </a:p>
          <a:p>
            <a:pPr>
              <a:spcAft>
                <a:spcPts val="400"/>
              </a:spcAft>
              <a:defRPr sz="1400"/>
            </a:pPr>
            <a:r>
              <a:t>TYPE: [VO]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Chapter 3: The Build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2:00 - 4:15 | 6 scenes | MOSTLY LIVE</a:t>
            </a:r>
          </a:p>
          <a:p>
            <a:r>
              <a:t>Core maker content. From parts on the table to first thermal image. "If you can plug in a USB cable, you can build this."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Scene 7: The BOM (2:00 - 2:15)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400"/>
              </a:spcAft>
              <a:defRPr sz="1400"/>
            </a:pPr>
            <a:r>
              <a:t>TALKING POINTS: "Here's everything you need. Two boards, four jumper wires, a USB cable."</a:t>
            </a:r>
          </a:p>
          <a:p>
            <a:pPr>
              <a:spcAft>
                <a:spcPts val="400"/>
              </a:spcAft>
              <a:defRPr sz="1400"/>
            </a:pPr>
          </a:p>
          <a:p>
            <a:pPr>
              <a:spcAft>
                <a:spcPts val="400"/>
              </a:spcAft>
              <a:defRPr sz="1400"/>
            </a:pPr>
            <a:r>
              <a:t>VISUAL: Overhead shot of parts on workbench, hands picking up each part</a:t>
            </a:r>
          </a:p>
          <a:p>
            <a:pPr>
              <a:spcAft>
                <a:spcPts val="400"/>
              </a:spcAft>
              <a:defRPr sz="1400"/>
            </a:pPr>
            <a:r>
              <a:t>IMAGE: Live footage (overhead workbench camera)</a:t>
            </a:r>
          </a:p>
          <a:p>
            <a:pPr>
              <a:spcAft>
                <a:spcPts val="400"/>
              </a:spcAft>
              <a:defRPr sz="1400"/>
            </a:pPr>
            <a:r>
              <a:t>TEXT: Part names + Adafruit PIDs as items are picked up</a:t>
            </a:r>
          </a:p>
          <a:p>
            <a:pPr>
              <a:spcAft>
                <a:spcPts val="400"/>
              </a:spcAft>
              <a:defRPr sz="1400"/>
            </a:pPr>
            <a:r>
              <a:t>MOTION: overhead static, handheld pickup</a:t>
            </a:r>
          </a:p>
          <a:p>
            <a:pPr>
              <a:spcAft>
                <a:spcPts val="400"/>
              </a:spcAft>
              <a:defRPr sz="1400"/>
            </a:pPr>
            <a:r>
              <a:t>TRANSITION: Cut</a:t>
            </a:r>
          </a:p>
          <a:p>
            <a:pPr>
              <a:spcAft>
                <a:spcPts val="400"/>
              </a:spcAft>
              <a:defRPr sz="1400"/>
            </a:pPr>
            <a:r>
              <a:t>TYPE: [LIVE] -- 15 seconds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Scene 8: Wiring (2:15 - 3:00)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400"/>
              </a:spcAft>
              <a:defRPr sz="1400"/>
            </a:pPr>
            <a:r>
              <a:t>TALKING POINTS: "Four wires. VIN to 3.3V. GND to GND. SDA to GPIO 1. SCL to GPIO 2. If you can plug in a USB cable, you can build this."</a:t>
            </a:r>
          </a:p>
          <a:p>
            <a:pPr>
              <a:spcAft>
                <a:spcPts val="400"/>
              </a:spcAft>
              <a:defRPr sz="1400"/>
            </a:pPr>
          </a:p>
          <a:p>
            <a:pPr>
              <a:spcAft>
                <a:spcPts val="400"/>
              </a:spcAft>
              <a:defRPr sz="1400"/>
            </a:pPr>
            <a:r>
              <a:t>VISUAL: Close-up overhead of breadboard, connecting one wire at a time, hold on completed wiring</a:t>
            </a:r>
          </a:p>
          <a:p>
            <a:pPr>
              <a:spcAft>
                <a:spcPts val="400"/>
              </a:spcAft>
              <a:defRPr sz="1400"/>
            </a:pPr>
            <a:r>
              <a:t>IMAGE: Live footage (overhead close-up)</a:t>
            </a:r>
          </a:p>
          <a:p>
            <a:pPr>
              <a:spcAft>
                <a:spcPts val="400"/>
              </a:spcAft>
              <a:defRPr sz="1400"/>
            </a:pPr>
            <a:r>
              <a:t>TEXT: Wiring diagram graphic overlay during connections</a:t>
            </a:r>
          </a:p>
          <a:p>
            <a:pPr>
              <a:spcAft>
                <a:spcPts val="400"/>
              </a:spcAft>
              <a:defRPr sz="1400"/>
            </a:pPr>
            <a:r>
              <a:t>MOTION: overhead static, slow deliberate movements</a:t>
            </a:r>
          </a:p>
          <a:p>
            <a:pPr>
              <a:spcAft>
                <a:spcPts val="400"/>
              </a:spcAft>
              <a:defRPr sz="1400"/>
            </a:pPr>
            <a:r>
              <a:t>TRANSITION: Cut</a:t>
            </a:r>
          </a:p>
          <a:p>
            <a:pPr>
              <a:spcAft>
                <a:spcPts val="400"/>
              </a:spcAft>
              <a:defRPr sz="1400"/>
            </a:pPr>
            <a:r>
              <a:t>TYPE: [LIVE] -- 45 seconds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Scene 9: Flash Firmware (3:00 - 3:25)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400"/>
              </a:spcAft>
              <a:defRPr sz="1400"/>
            </a:pPr>
            <a:r>
              <a:t>NARRATION: "Firmware is ESP-IDF 5.5 with FreeRTOS. Clone the repo, cd firmware, pio run -t upload. It compiles, flashes, done."</a:t>
            </a:r>
          </a:p>
          <a:p>
            <a:pPr>
              <a:spcAft>
                <a:spcPts val="400"/>
              </a:spcAft>
              <a:defRPr sz="1400"/>
            </a:pPr>
          </a:p>
          <a:p>
            <a:pPr>
              <a:spcAft>
                <a:spcPts val="400"/>
              </a:spcAft>
              <a:defRPr sz="1400"/>
            </a:pPr>
            <a:r>
              <a:t>VISUAL: Terminal showing git clone, PlatformIO build (sped up 4x), successful upload</a:t>
            </a:r>
          </a:p>
          <a:p>
            <a:pPr>
              <a:spcAft>
                <a:spcPts val="400"/>
              </a:spcAft>
              <a:defRPr sz="1400"/>
            </a:pPr>
            <a:r>
              <a:t>IMAGE: Screen capture (terminal)</a:t>
            </a:r>
          </a:p>
          <a:p>
            <a:pPr>
              <a:spcAft>
                <a:spcPts val="400"/>
              </a:spcAft>
              <a:defRPr sz="1400"/>
            </a:pPr>
            <a:r>
              <a:t>MOTION: static</a:t>
            </a:r>
          </a:p>
          <a:p>
            <a:pPr>
              <a:spcAft>
                <a:spcPts val="400"/>
              </a:spcAft>
              <a:defRPr sz="1400"/>
            </a:pPr>
            <a:r>
              <a:t>TRANSITION: Cut</a:t>
            </a:r>
          </a:p>
          <a:p>
            <a:pPr>
              <a:spcAft>
                <a:spcPts val="400"/>
              </a:spcAft>
              <a:defRPr sz="1400"/>
            </a:pPr>
            <a:r>
              <a:t>TYPE: [VO] -- 25 seconds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Scene 10: BLE Provisioning (3:25 - 3:50)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400"/>
              </a:spcAft>
              <a:defRPr sz="1400"/>
            </a:pPr>
            <a:r>
              <a:t>TALKING POINTS: "ESP BLE Provisioning app. Scan, connect to StoveIQ, PoP code: stoveiq-setup. Pick your WiFi. Connected."</a:t>
            </a:r>
          </a:p>
          <a:p>
            <a:pPr>
              <a:spcAft>
                <a:spcPts val="400"/>
              </a:spcAft>
              <a:defRPr sz="1400"/>
            </a:pPr>
          </a:p>
          <a:p>
            <a:pPr>
              <a:spcAft>
                <a:spcPts val="400"/>
              </a:spcAft>
              <a:defRPr sz="1400"/>
            </a:pPr>
            <a:r>
              <a:t>VISUAL: Phone screen recording of BLE prov app flow, then browser opening stoveiq.local</a:t>
            </a:r>
          </a:p>
          <a:p>
            <a:pPr>
              <a:spcAft>
                <a:spcPts val="400"/>
              </a:spcAft>
              <a:defRPr sz="1400"/>
            </a:pPr>
            <a:r>
              <a:t>IMAGE: Phone screen recording (portrait) + live footage</a:t>
            </a:r>
          </a:p>
          <a:p>
            <a:pPr>
              <a:spcAft>
                <a:spcPts val="400"/>
              </a:spcAft>
              <a:defRPr sz="1400"/>
            </a:pPr>
            <a:r>
              <a:t>TEXT: PoP code "stoveiq-setup" highlighted</a:t>
            </a:r>
          </a:p>
          <a:p>
            <a:pPr>
              <a:spcAft>
                <a:spcPts val="400"/>
              </a:spcAft>
              <a:defRPr sz="1400"/>
            </a:pPr>
            <a:r>
              <a:t>MOTION: pillarbox for phone recording, or PIP over workbench</a:t>
            </a:r>
          </a:p>
          <a:p>
            <a:pPr>
              <a:spcAft>
                <a:spcPts val="400"/>
              </a:spcAft>
              <a:defRPr sz="1400"/>
            </a:pPr>
            <a:r>
              <a:t>TRANSITION: Cut</a:t>
            </a:r>
          </a:p>
          <a:p>
            <a:pPr>
              <a:spcAft>
                <a:spcPts val="400"/>
              </a:spcAft>
              <a:defRPr sz="1400"/>
            </a:pPr>
            <a:r>
              <a:t>TYPE: [LIVE] -- 25 seconds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Scene 11: First Light -- THE MONEY SHOT (3:50 - 4:05)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400"/>
              </a:spcAft>
              <a:defRPr sz="1400"/>
            </a:pPr>
            <a:r>
              <a:t>TALKING POINTS: "There it is. Real-time thermal imaging of my stove. From two boards and four wires."</a:t>
            </a:r>
          </a:p>
          <a:p>
            <a:pPr>
              <a:spcAft>
                <a:spcPts val="400"/>
              </a:spcAft>
              <a:defRPr sz="1400"/>
            </a:pPr>
          </a:p>
          <a:p>
            <a:pPr>
              <a:spcAft>
                <a:spcPts val="400"/>
              </a:spcAft>
              <a:defRPr sz="1400"/>
            </a:pPr>
            <a:r>
              <a:t>VISUAL: Dashboard loads with heatmap. User turns on burner -- heat bloom appears LIVE. Hold this shot. Genuine reaction.</a:t>
            </a:r>
          </a:p>
          <a:p>
            <a:pPr>
              <a:spcAft>
                <a:spcPts val="400"/>
              </a:spcAft>
              <a:defRPr sz="1400"/>
            </a:pPr>
            <a:r>
              <a:t>IMAGE: Live footage (phone/laptop + stove)</a:t>
            </a:r>
          </a:p>
          <a:p>
            <a:pPr>
              <a:spcAft>
                <a:spcPts val="400"/>
              </a:spcAft>
              <a:defRPr sz="1400"/>
            </a:pPr>
            <a:r>
              <a:t>MOTION: static/handheld -- let the visual speak</a:t>
            </a:r>
          </a:p>
          <a:p>
            <a:pPr>
              <a:spcAft>
                <a:spcPts val="400"/>
              </a:spcAft>
              <a:defRPr sz="1400"/>
            </a:pPr>
            <a:r>
              <a:t>TRANSITION: Cut</a:t>
            </a:r>
          </a:p>
          <a:p>
            <a:pPr>
              <a:spcAft>
                <a:spcPts val="400"/>
              </a:spcAft>
              <a:defRPr sz="1400"/>
            </a:pPr>
            <a:r>
              <a:t>TYPE: [LIVE] -- 15 seconds -- HERO MOMENT</a:t>
            </a:r>
          </a:p>
          <a:p>
            <a:pPr>
              <a:spcAft>
                <a:spcPts val="400"/>
              </a:spcAft>
              <a:defRPr sz="1400"/>
            </a:pPr>
          </a:p>
          <a:p>
            <a:pPr>
              <a:spcAft>
                <a:spcPts val="400"/>
              </a:spcAft>
              <a:defRPr sz="1400"/>
            </a:pPr>
            <a:r>
              <a:t>*** THIS IS THE THUMBNAIL MOMENT ***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Scene 12: Enclosure (4:05 - 4:15)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400"/>
              </a:spcAft>
              <a:defRPr sz="1400"/>
            </a:pPr>
            <a:r>
              <a:t>TALKING POINTS: "Enclosure is $1.50 of PVC pipe. Split it, drill a window, snap it together. Mount under the cabinet."</a:t>
            </a:r>
          </a:p>
          <a:p>
            <a:pPr>
              <a:spcAft>
                <a:spcPts val="400"/>
              </a:spcAft>
              <a:defRPr sz="1400"/>
            </a:pPr>
          </a:p>
          <a:p>
            <a:pPr>
              <a:spcAft>
                <a:spcPts val="400"/>
              </a:spcAft>
              <a:defRPr sz="1400"/>
            </a:pPr>
            <a:r>
              <a:t>VISUAL: Quick montage: pipe cut, hole drilled, boards in, halves snapped, mounted under cabinet</a:t>
            </a:r>
          </a:p>
          <a:p>
            <a:pPr>
              <a:spcAft>
                <a:spcPts val="400"/>
              </a:spcAft>
              <a:defRPr sz="1400"/>
            </a:pPr>
            <a:r>
              <a:t>IMAGE: Live footage (montage)</a:t>
            </a:r>
          </a:p>
          <a:p>
            <a:pPr>
              <a:spcAft>
                <a:spcPts val="400"/>
              </a:spcAft>
              <a:defRPr sz="1400"/>
            </a:pPr>
            <a:r>
              <a:t>MOTION: quick cuts, montage pace</a:t>
            </a:r>
          </a:p>
          <a:p>
            <a:pPr>
              <a:spcAft>
                <a:spcPts val="400"/>
              </a:spcAft>
              <a:defRPr sz="1400"/>
            </a:pPr>
            <a:r>
              <a:t>TRANSITION: Crossfade 1s</a:t>
            </a:r>
          </a:p>
          <a:p>
            <a:pPr>
              <a:spcAft>
                <a:spcPts val="400"/>
              </a:spcAft>
              <a:defRPr sz="1400"/>
            </a:pPr>
            <a:r>
              <a:t>TYPE: [LIVE] -- 10 seconds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Chapter 4: The Cooking Coach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4:15 - 6:30 | 5 scenes | MOSTLY LIVE</a:t>
            </a:r>
          </a:p>
          <a:p>
            <a:r>
              <a:t>This is the proof. Live cooking demo showing the thermal-aware coaching system working in a real kitchen.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Scene 13: Dashboard Tour (4:15 - 4:45)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400"/>
              </a:spcAft>
              <a:defRPr sz="1400"/>
            </a:pPr>
            <a:r>
              <a:t>TALKING POINTS: "Open stoveiq.local on your phone. Heatmap at top, burner cards below, settings gear for C/F toggle. Everything runs on the ESP32."</a:t>
            </a:r>
          </a:p>
          <a:p>
            <a:pPr>
              <a:spcAft>
                <a:spcPts val="400"/>
              </a:spcAft>
              <a:defRPr sz="1400"/>
            </a:pPr>
          </a:p>
          <a:p>
            <a:pPr>
              <a:spcAft>
                <a:spcPts val="400"/>
              </a:spcAft>
              <a:defRPr sz="1400"/>
            </a:pPr>
            <a:r>
              <a:t>VISUAL: Phone propped on counter, stove behind. Close-ups of heatmap, burner cards, settings.</a:t>
            </a:r>
          </a:p>
          <a:p>
            <a:pPr>
              <a:spcAft>
                <a:spcPts val="400"/>
              </a:spcAft>
              <a:defRPr sz="1400"/>
            </a:pPr>
            <a:r>
              <a:t>IMAGE: Live footage (phone on counter + stove)</a:t>
            </a:r>
          </a:p>
          <a:p>
            <a:pPr>
              <a:spcAft>
                <a:spcPts val="400"/>
              </a:spcAft>
              <a:defRPr sz="1400"/>
            </a:pPr>
            <a:r>
              <a:t>MOTION: mix of static wide and handheld close-ups</a:t>
            </a:r>
          </a:p>
          <a:p>
            <a:pPr>
              <a:spcAft>
                <a:spcPts val="400"/>
              </a:spcAft>
              <a:defRPr sz="1400"/>
            </a:pPr>
            <a:r>
              <a:t>TRANSITION: Cut</a:t>
            </a:r>
          </a:p>
          <a:p>
            <a:pPr>
              <a:spcAft>
                <a:spcPts val="400"/>
              </a:spcAft>
              <a:defRPr sz="1400"/>
            </a:pPr>
            <a:r>
              <a:t>TYPE: [LIVE] -- 30 seconds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Scene 14: Burner Calibration (4:45 - 5:15)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400"/>
              </a:spcAft>
              <a:defRPr sz="1400"/>
            </a:pPr>
            <a:r>
              <a:t>TALKING POINTS: "Tap Calibrate. Tap on the heatmap where each burner is. Drag to position. Plus/minus to resize. You only do this once."</a:t>
            </a:r>
          </a:p>
          <a:p>
            <a:pPr>
              <a:spcAft>
                <a:spcPts val="400"/>
              </a:spcAft>
              <a:defRPr sz="1400"/>
            </a:pPr>
          </a:p>
          <a:p>
            <a:pPr>
              <a:spcAft>
                <a:spcPts val="400"/>
              </a:spcAft>
              <a:defRPr sz="1400"/>
            </a:pPr>
            <a:r>
              <a:t>VISUAL: Phone showing calibration mode -- tap, drag, resize circles over burner zones</a:t>
            </a:r>
          </a:p>
          <a:p>
            <a:pPr>
              <a:spcAft>
                <a:spcPts val="400"/>
              </a:spcAft>
              <a:defRPr sz="1400"/>
            </a:pPr>
            <a:r>
              <a:t>IMAGE: Phone screen recording (PIP) + live footage</a:t>
            </a:r>
          </a:p>
          <a:p>
            <a:pPr>
              <a:spcAft>
                <a:spcPts val="400"/>
              </a:spcAft>
              <a:defRPr sz="1400"/>
            </a:pPr>
            <a:r>
              <a:t>TEXT: "Calibrate once. Cook forever."</a:t>
            </a:r>
          </a:p>
          <a:p>
            <a:pPr>
              <a:spcAft>
                <a:spcPts val="400"/>
              </a:spcAft>
              <a:defRPr sz="1400"/>
            </a:pPr>
            <a:r>
              <a:t>MOTION: pillarbox/PIP for phone, static for kitchen</a:t>
            </a:r>
          </a:p>
          <a:p>
            <a:pPr>
              <a:spcAft>
                <a:spcPts val="400"/>
              </a:spcAft>
              <a:defRPr sz="1400"/>
            </a:pPr>
            <a:r>
              <a:t>TRANSITION: Cut</a:t>
            </a:r>
          </a:p>
          <a:p>
            <a:pPr>
              <a:spcAft>
                <a:spcPts val="400"/>
              </a:spcAft>
              <a:defRPr sz="1400"/>
            </a:pPr>
            <a:r>
              <a:t>TYPE: [LIVE] -- 30 seconds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Scene 15: Live Recipe Demo (5:15 - 6:10)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400"/>
              </a:spcAft>
              <a:defRPr sz="1400"/>
            </a:pPr>
            <a:r>
              <a:t>TALKING POINTS: Walk through full pasta cook with dashboard visible.</a:t>
            </a:r>
          </a:p>
          <a:p>
            <a:pPr>
              <a:spcAft>
                <a:spcPts val="400"/>
              </a:spcAft>
              <a:defRPr sz="1400"/>
            </a:pPr>
            <a:r>
              <a:t>  - Tap Recipes &gt; Pasta. Step 1: "Fill pot, set to high"</a:t>
            </a:r>
          </a:p>
          <a:p>
            <a:pPr>
              <a:spcAft>
                <a:spcPts val="400"/>
              </a:spcAft>
              <a:defRPr sz="1400"/>
            </a:pPr>
            <a:r>
              <a:t>  - Watch temp climb on burner card</a:t>
            </a:r>
          </a:p>
          <a:p>
            <a:pPr>
              <a:spcAft>
                <a:spcPts val="400"/>
              </a:spcAft>
              <a:defRPr sz="1400"/>
            </a:pPr>
            <a:r>
              <a:t>  - Step 2: "Waiting for rolling boil..." -- boil detected! "Rolling boil!"</a:t>
            </a:r>
          </a:p>
          <a:p>
            <a:pPr>
              <a:spcAft>
                <a:spcPts val="400"/>
              </a:spcAft>
              <a:defRPr sz="1400"/>
            </a:pPr>
            <a:r>
              <a:t>  - "It knew my water was boiling before I did."</a:t>
            </a:r>
          </a:p>
          <a:p>
            <a:pPr>
              <a:spcAft>
                <a:spcPts val="400"/>
              </a:spcAft>
              <a:defRPr sz="1400"/>
            </a:pPr>
            <a:r>
              <a:t>  - Step 3: Add pasta, tap Confirm. Step 4: 8-min timer with progress bar.</a:t>
            </a:r>
          </a:p>
          <a:p>
            <a:pPr>
              <a:spcAft>
                <a:spcPts val="400"/>
              </a:spcAft>
              <a:defRPr sz="1400"/>
            </a:pPr>
          </a:p>
          <a:p>
            <a:pPr>
              <a:spcAft>
                <a:spcPts val="400"/>
              </a:spcAft>
              <a:defRPr sz="1400"/>
            </a:pPr>
            <a:r>
              <a:t>VISUAL: Split view -- phone dashboard on left, actual stove on right</a:t>
            </a:r>
          </a:p>
          <a:p>
            <a:pPr>
              <a:spcAft>
                <a:spcPts val="400"/>
              </a:spcAft>
              <a:defRPr sz="1400"/>
            </a:pPr>
            <a:r>
              <a:t>IMAGE: Live footage (split screen or alternating)</a:t>
            </a:r>
          </a:p>
          <a:p>
            <a:pPr>
              <a:spcAft>
                <a:spcPts val="400"/>
              </a:spcAft>
              <a:defRPr sz="1400"/>
            </a:pPr>
            <a:r>
              <a:t>MOTION: handheld, documentary feel, genuine cooking</a:t>
            </a:r>
          </a:p>
          <a:p>
            <a:pPr>
              <a:spcAft>
                <a:spcPts val="400"/>
              </a:spcAft>
              <a:defRPr sz="1400"/>
            </a:pPr>
            <a:r>
              <a:t>TRANSITION: Cut</a:t>
            </a:r>
          </a:p>
          <a:p>
            <a:pPr>
              <a:spcAft>
                <a:spcPts val="400"/>
              </a:spcAft>
              <a:defRPr sz="1400"/>
            </a:pPr>
            <a:r>
              <a:t>TYPE: [LIVE] -- 55 seconds -- CENTERPIECE DEMO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Scene 16: Multiple Burners (6:10 - 6:20)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400"/>
              </a:spcAft>
              <a:defRPr sz="1400"/>
            </a:pPr>
            <a:r>
              <a:t>TALKING POINTS: "It tracks all four burners independently. Two pots going? No problem."</a:t>
            </a:r>
          </a:p>
          <a:p>
            <a:pPr>
              <a:spcAft>
                <a:spcPts val="400"/>
              </a:spcAft>
              <a:defRPr sz="1400"/>
            </a:pPr>
          </a:p>
          <a:p>
            <a:pPr>
              <a:spcAft>
                <a:spcPts val="400"/>
              </a:spcAft>
              <a:defRPr sz="1400"/>
            </a:pPr>
            <a:r>
              <a:t>VISUAL: Dashboard showing 2-3 active burners, pan across actual stove</a:t>
            </a:r>
          </a:p>
          <a:p>
            <a:pPr>
              <a:spcAft>
                <a:spcPts val="400"/>
              </a:spcAft>
              <a:defRPr sz="1400"/>
            </a:pPr>
            <a:r>
              <a:t>IMAGE: Live footage</a:t>
            </a:r>
          </a:p>
          <a:p>
            <a:pPr>
              <a:spcAft>
                <a:spcPts val="400"/>
              </a:spcAft>
              <a:defRPr sz="1400"/>
            </a:pPr>
            <a:r>
              <a:t>MOTION: static dashboard, handheld pan</a:t>
            </a:r>
          </a:p>
          <a:p>
            <a:pPr>
              <a:spcAft>
                <a:spcPts val="400"/>
              </a:spcAft>
              <a:defRPr sz="1400"/>
            </a:pPr>
            <a:r>
              <a:t>TRANSITION: Cut</a:t>
            </a:r>
          </a:p>
          <a:p>
            <a:pPr>
              <a:spcAft>
                <a:spcPts val="400"/>
              </a:spcAft>
              <a:defRPr sz="1400"/>
            </a:pPr>
            <a:r>
              <a:t>TYPE: [LIVE] -- 10 seconds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Scene 17: The Comparison (6:20 - 6:30)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r>
              <a:t>LEFT SIDE: Timer App</a:t>
            </a:r>
          </a:p>
          <a:p>
            <a:pPr>
              <a:defRPr sz="1400"/>
            </a:pPr>
            <a:r>
              <a:t>"8:00" counting down</a:t>
            </a:r>
          </a:p>
          <a:p>
            <a:pPr>
              <a:defRPr sz="1400"/>
            </a:pPr>
            <a:r>
              <a:t>Nothing else.</a:t>
            </a:r>
          </a:p>
          <a:p>
            <a:pPr>
              <a:defRPr sz="1400"/>
            </a:pPr>
            <a:r>
              <a:t>"One is guessing."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r>
              <a:t>RIGHT SIDE: StoveIQ</a:t>
            </a:r>
          </a:p>
          <a:p>
            <a:pPr>
              <a:defRPr sz="1400"/>
            </a:pPr>
            <a:r>
              <a:t>Thermal heatmap</a:t>
            </a:r>
          </a:p>
          <a:p>
            <a:pPr>
              <a:defRPr sz="1400"/>
            </a:pPr>
            <a:r>
              <a:t>Burner cards + live temps</a:t>
            </a:r>
          </a:p>
          <a:p>
            <a:pPr>
              <a:defRPr sz="1400"/>
            </a:pPr>
            <a:r>
              <a:t>Recipe progress bar, "Rolling boil!"</a:t>
            </a:r>
          </a:p>
          <a:p>
            <a:pPr>
              <a:defRPr sz="1400"/>
            </a:pPr>
            <a:r>
              <a:t>"The other one is watching."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Chapter 5: The Recipe System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6:30 - 8:00 | 4 scenes</a:t>
            </a:r>
          </a:p>
          <a:p>
            <a:r>
              <a:t>Pull back the curtain on JSON state machines with thermal triggers. Make the audience want to contribute.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Scene 18: How Recipes Work (6:30 - 7:10)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400"/>
              </a:spcAft>
              <a:defRPr sz="1400"/>
            </a:pPr>
            <a:r>
              <a:t>NARRATION: "Recipes are JSON state machines. Each step has a description, a trigger, and a coaching message. Triggers are thermal -- boil, target, food_drop..."</a:t>
            </a:r>
          </a:p>
          <a:p>
            <a:pPr>
              <a:spcAft>
                <a:spcPts val="400"/>
              </a:spcAft>
              <a:defRPr sz="1400"/>
            </a:pPr>
          </a:p>
          <a:p>
            <a:pPr>
              <a:spcAft>
                <a:spcPts val="400"/>
              </a:spcAft>
              <a:defRPr sz="1400"/>
            </a:pPr>
            <a:r>
              <a:t>VISUAL: VS Code showing pasta.json with animated callouts, then recipe flow diagram</a:t>
            </a:r>
          </a:p>
          <a:p>
            <a:pPr>
              <a:spcAft>
                <a:spcPts val="400"/>
              </a:spcAft>
              <a:defRPr sz="1400"/>
            </a:pPr>
            <a:r>
              <a:t>ALSO: Quick cut to seared-steak.json -- highlight 'PAN IS SCREAMING HOT!' and 'FLIP NOW!'</a:t>
            </a:r>
          </a:p>
          <a:p>
            <a:pPr>
              <a:spcAft>
                <a:spcPts val="400"/>
              </a:spcAft>
              <a:defRPr sz="1400"/>
            </a:pPr>
            <a:r>
              <a:t>IMAGE: Screen capture (VS Code + animated diagram)</a:t>
            </a:r>
          </a:p>
          <a:p>
            <a:pPr>
              <a:spcAft>
                <a:spcPts val="400"/>
              </a:spcAft>
              <a:defRPr sz="1400"/>
            </a:pPr>
            <a:r>
              <a:t>MOTION: static code, animated overlays</a:t>
            </a:r>
          </a:p>
          <a:p>
            <a:pPr>
              <a:spcAft>
                <a:spcPts val="400"/>
              </a:spcAft>
              <a:defRPr sz="1400"/>
            </a:pPr>
            <a:r>
              <a:t>TRANSITION: Cut</a:t>
            </a:r>
          </a:p>
          <a:p>
            <a:pPr>
              <a:spcAft>
                <a:spcPts val="400"/>
              </a:spcAft>
              <a:defRPr sz="1400"/>
            </a:pPr>
            <a:r>
              <a:t>TYPE: [VO] -- 40 seconds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Scene 19: Recipe Library (7:10 - 7:30)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400"/>
              </a:spcAft>
              <a:defRPr sz="1400"/>
            </a:pPr>
            <a:r>
              <a:t>NARRATION: "Six recipes built in. But the real play is the community. Fork it, write a JSON file, test in simulation mode, submit a PR."</a:t>
            </a:r>
          </a:p>
          <a:p>
            <a:pPr>
              <a:spcAft>
                <a:spcPts val="400"/>
              </a:spcAft>
              <a:defRPr sz="1400"/>
            </a:pPr>
          </a:p>
          <a:p>
            <a:pPr>
              <a:spcAft>
                <a:spcPts val="400"/>
              </a:spcAft>
              <a:defRPr sz="1400"/>
            </a:pPr>
            <a:r>
              <a:t>VISUAL: GitHub /recipes directory, click into category folders, PR template</a:t>
            </a:r>
          </a:p>
          <a:p>
            <a:pPr>
              <a:spcAft>
                <a:spcPts val="400"/>
              </a:spcAft>
              <a:defRPr sz="1400"/>
            </a:pPr>
            <a:r>
              <a:t>IMAGE: Screen capture (GitHub)</a:t>
            </a:r>
          </a:p>
          <a:p>
            <a:pPr>
              <a:spcAft>
                <a:spcPts val="400"/>
              </a:spcAft>
              <a:defRPr sz="1400"/>
            </a:pPr>
            <a:r>
              <a:t>TEXT: "Fork. Write JSON. Submit PR."</a:t>
            </a:r>
          </a:p>
          <a:p>
            <a:pPr>
              <a:spcAft>
                <a:spcPts val="400"/>
              </a:spcAft>
              <a:defRPr sz="1400"/>
            </a:pPr>
            <a:r>
              <a:t>MOTION: static (screen capture with cursor)</a:t>
            </a:r>
          </a:p>
          <a:p>
            <a:pPr>
              <a:spcAft>
                <a:spcPts val="400"/>
              </a:spcAft>
              <a:defRPr sz="1400"/>
            </a:pPr>
            <a:r>
              <a:t>TRANSITION: Cut</a:t>
            </a:r>
          </a:p>
          <a:p>
            <a:pPr>
              <a:spcAft>
                <a:spcPts val="400"/>
              </a:spcAft>
              <a:defRPr sz="1400"/>
            </a:pPr>
            <a:r>
              <a:t>TYPE: [VO] -- 20 seconds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Scene 20: Simulation Mode (7:30 - 7:50)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400"/>
              </a:spcAft>
              <a:defRPr sz="1400"/>
            </a:pPr>
            <a:r>
              <a:t>TALKING POINTS: "Don't want to cook to test a recipe? Simulation mode. Drag the temperature slider, watch recipe steps advance."</a:t>
            </a:r>
          </a:p>
          <a:p>
            <a:pPr>
              <a:spcAft>
                <a:spcPts val="400"/>
              </a:spcAft>
              <a:defRPr sz="1400"/>
            </a:pPr>
          </a:p>
          <a:p>
            <a:pPr>
              <a:spcAft>
                <a:spcPts val="400"/>
              </a:spcAft>
              <a:defRPr sz="1400"/>
            </a:pPr>
            <a:r>
              <a:t>VISUAL: Dashboard in sim mode, dragging temp slider, recipe steps auto-advancing</a:t>
            </a:r>
          </a:p>
          <a:p>
            <a:pPr>
              <a:spcAft>
                <a:spcPts val="400"/>
              </a:spcAft>
              <a:defRPr sz="1400"/>
            </a:pPr>
            <a:r>
              <a:t>IMAGE: Phone screen recording + live footage</a:t>
            </a:r>
          </a:p>
          <a:p>
            <a:pPr>
              <a:spcAft>
                <a:spcPts val="400"/>
              </a:spcAft>
              <a:defRPr sz="1400"/>
            </a:pPr>
            <a:r>
              <a:t>TEXT: "Test recipes without cooking"</a:t>
            </a:r>
          </a:p>
          <a:p>
            <a:pPr>
              <a:spcAft>
                <a:spcPts val="400"/>
              </a:spcAft>
              <a:defRPr sz="1400"/>
            </a:pPr>
            <a:r>
              <a:t>MOTION: static/screen capture</a:t>
            </a:r>
          </a:p>
          <a:p>
            <a:pPr>
              <a:spcAft>
                <a:spcPts val="400"/>
              </a:spcAft>
              <a:defRPr sz="1400"/>
            </a:pPr>
            <a:r>
              <a:t>TRANSITION: Cut</a:t>
            </a:r>
          </a:p>
          <a:p>
            <a:pPr>
              <a:spcAft>
                <a:spcPts val="400"/>
              </a:spcAft>
              <a:defRPr sz="1400"/>
            </a:pPr>
            <a:r>
              <a:t>TYPE: [LIVE] -- 20 seconds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Scene 21: Recipe JSON Close-Up (7:50 - 8:00)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r>
              <a:t>LEFT: JSON Recipe File</a:t>
            </a:r>
          </a:p>
          <a:p>
            <a:pPr>
              <a:defRPr sz="1400"/>
            </a:pPr>
            <a:r>
              <a:t>5 fields per step:</a:t>
            </a:r>
          </a:p>
          <a:p>
            <a:pPr>
              <a:defRPr sz="1400"/>
            </a:pPr>
            <a:r>
              <a:t>  desc, target_temp, trigger,</a:t>
            </a:r>
          </a:p>
          <a:p>
            <a:pPr>
              <a:defRPr sz="1400"/>
            </a:pPr>
            <a:r>
              <a:t>  timer_sec, coach_msg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Steps highlight as they activate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r>
              <a:t>RIGHT: Dashboard Running Recipe</a:t>
            </a:r>
          </a:p>
          <a:p>
            <a:pPr>
              <a:defRPr sz="1400"/>
            </a:pPr>
            <a:r>
              <a:t>Each step activates in real-time</a:t>
            </a:r>
          </a:p>
          <a:p>
            <a:pPr>
              <a:defRPr sz="1400"/>
            </a:pPr>
            <a:r>
              <a:t>JSON step highlights in sync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"Five fields. One recipe. Fork the repo."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Chapter 6: What's Next + CTA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8:00 - 9:00 | 3 scenes</a:t>
            </a:r>
          </a:p>
          <a:p>
            <a:r>
              <a:t>Point to resources, tease the roadmap, direct call to action.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Scene 22: Resources (8:00 - 8:25)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400"/>
              </a:spcAft>
              <a:defRPr sz="1400"/>
            </a:pPr>
            <a:r>
              <a:t>NARRATION: "Everything is on GitHub -- firmware, recipes, hardware files, enclosure models. Hackaday.io has the full build log. Links in the description."</a:t>
            </a:r>
          </a:p>
          <a:p>
            <a:pPr>
              <a:spcAft>
                <a:spcPts val="400"/>
              </a:spcAft>
              <a:defRPr sz="1400"/>
            </a:pPr>
          </a:p>
          <a:p>
            <a:pPr>
              <a:spcAft>
                <a:spcPts val="400"/>
              </a:spcAft>
              <a:defRPr sz="1400"/>
            </a:pPr>
            <a:r>
              <a:t>VISUAL: Quick montage of project links with QR codes: Hackaday.io, GitHub repo, recipes dir</a:t>
            </a:r>
          </a:p>
          <a:p>
            <a:pPr>
              <a:spcAft>
                <a:spcPts val="400"/>
              </a:spcAft>
              <a:defRPr sz="1400"/>
            </a:pPr>
            <a:r>
              <a:t>IMAGE: Screen capture + AI-generated QR graphics</a:t>
            </a:r>
          </a:p>
          <a:p>
            <a:pPr>
              <a:spcAft>
                <a:spcPts val="400"/>
              </a:spcAft>
              <a:defRPr sz="1400"/>
            </a:pPr>
            <a:r>
              <a:t>TEXT: URLs + QR codes</a:t>
            </a:r>
          </a:p>
          <a:p>
            <a:pPr>
              <a:spcAft>
                <a:spcPts val="400"/>
              </a:spcAft>
              <a:defRPr sz="1400"/>
            </a:pPr>
            <a:r>
              <a:t>MOTION: static</a:t>
            </a:r>
          </a:p>
          <a:p>
            <a:pPr>
              <a:spcAft>
                <a:spcPts val="400"/>
              </a:spcAft>
              <a:defRPr sz="1400"/>
            </a:pPr>
            <a:r>
              <a:t>TRANSITION: Cut</a:t>
            </a:r>
          </a:p>
          <a:p>
            <a:pPr>
              <a:spcAft>
                <a:spcPts val="400"/>
              </a:spcAft>
              <a:defRPr sz="1400"/>
            </a:pPr>
            <a:r>
              <a:t>TYPE: [VO] -- 25 seconds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Scene 23: What's Coming (8:25 - 8:45)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400"/>
              </a:spcAft>
              <a:defRPr sz="1400"/>
            </a:pPr>
            <a:r>
              <a:t>NARRATION: "Next up -- a proper PCB. Open-source KiCad files. And 100 community recipes by end of year."</a:t>
            </a:r>
          </a:p>
          <a:p>
            <a:pPr>
              <a:spcAft>
                <a:spcPts val="400"/>
              </a:spcAft>
              <a:defRPr sz="1400"/>
            </a:pPr>
          </a:p>
          <a:p>
            <a:pPr>
              <a:spcAft>
                <a:spcPts val="400"/>
              </a:spcAft>
              <a:defRPr sz="1400"/>
            </a:pPr>
            <a:r>
              <a:t>VISUAL: KiCad PCB layout/render, GitHub Issues page, recipe count target</a:t>
            </a:r>
          </a:p>
          <a:p>
            <a:pPr>
              <a:spcAft>
                <a:spcPts val="400"/>
              </a:spcAft>
              <a:defRPr sz="1400"/>
            </a:pPr>
            <a:r>
              <a:t>IMAGE: Screen capture (KiCad) + AI-generated PCB render</a:t>
            </a:r>
          </a:p>
          <a:p>
            <a:pPr>
              <a:spcAft>
                <a:spcPts val="400"/>
              </a:spcAft>
              <a:defRPr sz="1400"/>
            </a:pPr>
            <a:r>
              <a:t>TEXT: "No more breadboard." + "100 community recipes by end of 2026"</a:t>
            </a:r>
          </a:p>
          <a:p>
            <a:pPr>
              <a:spcAft>
                <a:spcPts val="400"/>
              </a:spcAft>
              <a:defRPr sz="1400"/>
            </a:pPr>
            <a:r>
              <a:t>MOTION: gentle-zoom on PCB, static for GitHub</a:t>
            </a:r>
          </a:p>
          <a:p>
            <a:pPr>
              <a:spcAft>
                <a:spcPts val="400"/>
              </a:spcAft>
              <a:defRPr sz="1400"/>
            </a:pPr>
            <a:r>
              <a:t>TRANSITION: Cut</a:t>
            </a:r>
          </a:p>
          <a:p>
            <a:pPr>
              <a:spcAft>
                <a:spcPts val="400"/>
              </a:spcAft>
              <a:defRPr sz="1400"/>
            </a:pPr>
            <a:r>
              <a:t>TYPE: [VO] -- 20 seconds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Scene 24: Call to Action / End Card (8:45 - 9:00)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400"/>
              </a:spcAft>
              <a:defRPr sz="1400"/>
            </a:pPr>
            <a:r>
              <a:t>TALKING POINTS:</a:t>
            </a:r>
          </a:p>
          <a:p>
            <a:pPr>
              <a:spcAft>
                <a:spcPts val="400"/>
              </a:spcAft>
              <a:defRPr sz="1400"/>
            </a:pPr>
            <a:r>
              <a:t>  - "Build one. It's two boards and four wires."</a:t>
            </a:r>
          </a:p>
          <a:p>
            <a:pPr>
              <a:spcAft>
                <a:spcPts val="400"/>
              </a:spcAft>
              <a:defRPr sz="1400"/>
            </a:pPr>
            <a:r>
              <a:t>  - "Contribute a recipe. Fork the repo."</a:t>
            </a:r>
          </a:p>
          <a:p>
            <a:pPr>
              <a:spcAft>
                <a:spcPts val="400"/>
              </a:spcAft>
              <a:defRPr sz="1400"/>
            </a:pPr>
            <a:r>
              <a:t>  - "Let's make cooking apps obsolete."</a:t>
            </a:r>
          </a:p>
          <a:p>
            <a:pPr>
              <a:spcAft>
                <a:spcPts val="400"/>
              </a:spcAft>
              <a:defRPr sz="1400"/>
            </a:pPr>
            <a:r>
              <a:t>  - "Subscribe for the build series."</a:t>
            </a:r>
          </a:p>
          <a:p>
            <a:pPr>
              <a:spcAft>
                <a:spcPts val="400"/>
              </a:spcAft>
              <a:defRPr sz="1400"/>
            </a:pPr>
            <a:r>
              <a:t>  - "Star the repo on GitHub."</a:t>
            </a:r>
          </a:p>
          <a:p>
            <a:pPr>
              <a:spcAft>
                <a:spcPts val="400"/>
              </a:spcAft>
              <a:defRPr sz="1400"/>
            </a:pPr>
          </a:p>
          <a:p>
            <a:pPr>
              <a:spcAft>
                <a:spcPts val="400"/>
              </a:spcAft>
              <a:defRPr sz="1400"/>
            </a:pPr>
            <a:r>
              <a:t>VISUAL: On-camera, holding the assembled device, then end card</a:t>
            </a:r>
          </a:p>
          <a:p>
            <a:pPr>
              <a:spcAft>
                <a:spcPts val="400"/>
              </a:spcAft>
              <a:defRPr sz="1400"/>
            </a:pPr>
            <a:r>
              <a:t>IMAGE: Live footage + end card graphic</a:t>
            </a:r>
          </a:p>
          <a:p>
            <a:pPr>
              <a:spcAft>
                <a:spcPts val="400"/>
              </a:spcAft>
              <a:defRPr sz="1400"/>
            </a:pPr>
            <a:r>
              <a:t>TEXT: Subscribe button, GitHub link, Hackaday.io link</a:t>
            </a:r>
          </a:p>
          <a:p>
            <a:pPr>
              <a:spcAft>
                <a:spcPts val="400"/>
              </a:spcAft>
              <a:defRPr sz="1400"/>
            </a:pPr>
            <a:r>
              <a:t>MOTION: static</a:t>
            </a:r>
          </a:p>
          <a:p>
            <a:pPr>
              <a:spcAft>
                <a:spcPts val="400"/>
              </a:spcAft>
              <a:defRPr sz="1400"/>
            </a:pPr>
            <a:r>
              <a:t>MUSIC: Fade out at 8:55</a:t>
            </a:r>
          </a:p>
          <a:p>
            <a:pPr>
              <a:spcAft>
                <a:spcPts val="400"/>
              </a:spcAft>
              <a:defRPr sz="1400"/>
            </a:pPr>
            <a:r>
              <a:t>TYPE: [LIVE] -- 15 seconds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Production Plan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400"/>
              </a:spcAft>
              <a:defRPr sz="1300"/>
            </a:pPr>
            <a:r>
              <a:t>Total Chapters: 6</a:t>
            </a:r>
          </a:p>
          <a:p>
            <a:pPr>
              <a:spcAft>
                <a:spcPts val="400"/>
              </a:spcAft>
              <a:defRPr sz="1300"/>
            </a:pPr>
            <a:r>
              <a:t>Total Scenes: 24</a:t>
            </a:r>
          </a:p>
          <a:p>
            <a:pPr>
              <a:spcAft>
                <a:spcPts val="400"/>
              </a:spcAft>
              <a:defRPr sz="1300"/>
            </a:pPr>
            <a:r>
              <a:t>Estimated Runtime: ~9 minutes</a:t>
            </a:r>
          </a:p>
          <a:p>
            <a:pPr>
              <a:spcAft>
                <a:spcPts val="400"/>
              </a:spcAft>
              <a:defRPr sz="1300"/>
            </a:pPr>
          </a:p>
          <a:p>
            <a:pPr>
              <a:spcAft>
                <a:spcPts val="400"/>
              </a:spcAft>
              <a:defRPr sz="1300"/>
            </a:pPr>
            <a:r>
              <a:t>Live footage scenes: 14 (workbench, cooking demo, on-camera)</a:t>
            </a:r>
          </a:p>
          <a:p>
            <a:pPr>
              <a:spcAft>
                <a:spcPts val="400"/>
              </a:spcAft>
              <a:defRPr sz="1300"/>
            </a:pPr>
            <a:r>
              <a:t>Screen capture scenes: 5 (terminal, GitHub, VS Code, dashboard)</a:t>
            </a:r>
          </a:p>
          <a:p>
            <a:pPr>
              <a:spcAft>
                <a:spcPts val="400"/>
              </a:spcAft>
              <a:defRPr sz="1300"/>
            </a:pPr>
            <a:r>
              <a:t>AI-generated graphics: 4 (title card, QR, PCB render, comparison)</a:t>
            </a:r>
          </a:p>
          <a:p>
            <a:pPr>
              <a:spcAft>
                <a:spcPts val="400"/>
              </a:spcAft>
              <a:defRPr sz="1300"/>
            </a:pPr>
            <a:r>
              <a:t>Graphic overlays needed: 9 (wiring diagram, price breakdown, etc.)</a:t>
            </a:r>
          </a:p>
          <a:p>
            <a:pPr>
              <a:spcAft>
                <a:spcPts val="400"/>
              </a:spcAft>
              <a:defRPr sz="1300"/>
            </a:pPr>
          </a:p>
          <a:p>
            <a:pPr>
              <a:spcAft>
                <a:spcPts val="400"/>
              </a:spcAft>
              <a:defRPr sz="1300"/>
            </a:pPr>
            <a:r>
              <a:t>Narration: ~1,050 words voiceover + ~2 min live talking points</a:t>
            </a:r>
          </a:p>
          <a:p>
            <a:pPr>
              <a:spcAft>
                <a:spcPts val="400"/>
              </a:spcAft>
              <a:defRPr sz="1300"/>
            </a:pPr>
            <a:r>
              <a:t>Music: Upbeat lo-fi maker track, fade in at 0:50, 12% under VO</a:t>
            </a:r>
          </a:p>
          <a:p>
            <a:pPr>
              <a:spcAft>
                <a:spcPts val="400"/>
              </a:spcAft>
              <a:defRPr sz="1300"/>
            </a:pPr>
          </a:p>
          <a:p>
            <a:pPr>
              <a:spcAft>
                <a:spcPts val="400"/>
              </a:spcAft>
              <a:defRPr sz="1300"/>
            </a:pPr>
            <a:r>
              <a:t>Key moments to nail:</a:t>
            </a:r>
          </a:p>
          <a:p>
            <a:pPr>
              <a:spcAft>
                <a:spcPts val="400"/>
              </a:spcAft>
              <a:defRPr sz="1300"/>
            </a:pPr>
            <a:r>
              <a:t>  Scene 11: First Light (thermal reveal -- thumbnail moment)</a:t>
            </a:r>
          </a:p>
          <a:p>
            <a:pPr>
              <a:spcAft>
                <a:spcPts val="400"/>
              </a:spcAft>
              <a:defRPr sz="1300"/>
            </a:pPr>
            <a:r>
              <a:t>  Scene 15: Live Recipe Demo (centerpiece proof, 55 seconds)</a:t>
            </a:r>
          </a:p>
          <a:p>
            <a:pPr>
              <a:spcAft>
                <a:spcPts val="400"/>
              </a:spcAft>
              <a:defRPr sz="1300"/>
            </a:pPr>
            <a:r>
              <a:t>  Scene 17: Timer vs StoveIQ side-by-side comparison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